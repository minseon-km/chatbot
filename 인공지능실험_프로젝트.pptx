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>
  <p:sldMasterIdLst>
    <p:sldMasterId id="2147483737" r:id="rId1"/>
  </p:sldMasterIdLst>
  <p:sldIdLst>
    <p:sldId id="275" r:id="rId2"/>
    <p:sldId id="271" r:id="rId3"/>
    <p:sldId id="281" r:id="rId4"/>
    <p:sldId id="282" r:id="rId5"/>
    <p:sldId id="28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8739C0C-AB16-40ED-8C5A-176A687DF9E4}" styleName="Normal Style 1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2571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672" y="176"/>
      </p:cViewPr>
      <p:guideLst>
        <p:guide orient="horz" pos="2153"/>
        <p:guide pos="38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/>
          <p:cNvSpPr/>
          <p:nvPr userDrawn="1"/>
        </p:nvSpPr>
        <p:spPr>
          <a:xfrm>
            <a:off x="0" y="6698824"/>
            <a:ext cx="12192000" cy="159176"/>
          </a:xfrm>
          <a:prstGeom prst="rect">
            <a:avLst/>
          </a:prstGeom>
          <a:solidFill>
            <a:srgbClr val="4CE1A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algn="ctr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586873" y="2819152"/>
            <a:ext cx="7563825" cy="904073"/>
          </a:xfrm>
        </p:spPr>
        <p:txBody>
          <a:bodyPr anchor="t" anchorCtr="0"/>
          <a:lstStyle>
            <a:lvl1pPr algn="l">
              <a:defRPr sz="48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86873" y="2426703"/>
            <a:ext cx="5125240" cy="393889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부제목을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7" name="직사각형 1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86873" y="5991149"/>
            <a:ext cx="5125240" cy="30099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설명글을 입력해주세요</a:t>
            </a:r>
            <a:r>
              <a:rPr lang="en-US" altLang="ko-KR"/>
              <a:t>.</a:t>
            </a:r>
          </a:p>
        </p:txBody>
      </p:sp>
      <p:sp>
        <p:nvSpPr>
          <p:cNvPr id="33" name="가로 글상자 32"/>
          <p:cNvSpPr txBox="1"/>
          <p:nvPr userDrawn="1"/>
        </p:nvSpPr>
        <p:spPr>
          <a:xfrm>
            <a:off x="585898" y="319661"/>
            <a:ext cx="2559889" cy="26898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SIMPLE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CIRCLE TEMPLATES</a:t>
            </a:r>
          </a:p>
        </p:txBody>
      </p:sp>
      <p:sp>
        <p:nvSpPr>
          <p:cNvPr id="37" name="Freeform: Shape 16"/>
          <p:cNvSpPr/>
          <p:nvPr userDrawn="1"/>
        </p:nvSpPr>
        <p:spPr>
          <a:xfrm>
            <a:off x="11572875" y="3650148"/>
            <a:ext cx="619125" cy="2281237"/>
          </a:xfrm>
          <a:custGeom>
            <a:avLst/>
            <a:gdLst>
              <a:gd name="connsiteX0" fmla="*/ 619125 w 619125"/>
              <a:gd name="connsiteY0" fmla="*/ 0 h 2281237"/>
              <a:gd name="connsiteX1" fmla="*/ 0 w 619125"/>
              <a:gd name="connsiteY1" fmla="*/ 1140619 h 2281237"/>
              <a:gd name="connsiteX2" fmla="*/ 619125 w 619125"/>
              <a:gd name="connsiteY2" fmla="*/ 2281238 h 2281237"/>
              <a:gd name="connsiteX3" fmla="*/ 619125 w 619125"/>
              <a:gd name="connsiteY3" fmla="*/ 0 h 2281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125" h="2281237">
                <a:moveTo>
                  <a:pt x="619125" y="0"/>
                </a:moveTo>
                <a:cubicBezTo>
                  <a:pt x="246583" y="241745"/>
                  <a:pt x="0" y="662283"/>
                  <a:pt x="0" y="1140619"/>
                </a:cubicBezTo>
                <a:cubicBezTo>
                  <a:pt x="0" y="1618955"/>
                  <a:pt x="246583" y="2039493"/>
                  <a:pt x="619125" y="2281238"/>
                </a:cubicBezTo>
                <a:lnTo>
                  <a:pt x="619125" y="0"/>
                </a:lnTo>
                <a:close/>
              </a:path>
            </a:pathLst>
          </a:custGeom>
          <a:solidFill>
            <a:srgbClr val="4CE1AB">
              <a:alpha val="25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8" name="Freeform: Shape 18"/>
          <p:cNvSpPr/>
          <p:nvPr userDrawn="1"/>
        </p:nvSpPr>
        <p:spPr>
          <a:xfrm>
            <a:off x="7915275" y="4455"/>
            <a:ext cx="3238500" cy="2343150"/>
          </a:xfrm>
          <a:custGeom>
            <a:avLst/>
            <a:gdLst>
              <a:gd name="connsiteX0" fmla="*/ 170428 w 3238500"/>
              <a:gd name="connsiteY0" fmla="*/ 0 h 2343150"/>
              <a:gd name="connsiteX1" fmla="*/ 0 w 3238500"/>
              <a:gd name="connsiteY1" fmla="*/ 723900 h 2343150"/>
              <a:gd name="connsiteX2" fmla="*/ 1619250 w 3238500"/>
              <a:gd name="connsiteY2" fmla="*/ 2343150 h 2343150"/>
              <a:gd name="connsiteX3" fmla="*/ 3238500 w 3238500"/>
              <a:gd name="connsiteY3" fmla="*/ 723900 h 2343150"/>
              <a:gd name="connsiteX4" fmla="*/ 3068079 w 3238500"/>
              <a:gd name="connsiteY4" fmla="*/ 0 h 2343150"/>
              <a:gd name="connsiteX5" fmla="*/ 2192722 w 3238500"/>
              <a:gd name="connsiteY5" fmla="*/ 0 h 2343150"/>
              <a:gd name="connsiteX6" fmla="*/ 2542699 w 3238500"/>
              <a:gd name="connsiteY6" fmla="*/ 723900 h 2343150"/>
              <a:gd name="connsiteX7" fmla="*/ 1619250 w 3238500"/>
              <a:gd name="connsiteY7" fmla="*/ 1647387 h 2343150"/>
              <a:gd name="connsiteX8" fmla="*/ 695763 w 3238500"/>
              <a:gd name="connsiteY8" fmla="*/ 723900 h 2343150"/>
              <a:gd name="connsiteX9" fmla="*/ 1045778 w 3238500"/>
              <a:gd name="connsiteY9" fmla="*/ 0 h 2343150"/>
              <a:gd name="connsiteX10" fmla="*/ 170428 w 3238500"/>
              <a:gd name="connsiteY10" fmla="*/ 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38500" h="2343150">
                <a:moveTo>
                  <a:pt x="170428" y="0"/>
                </a:moveTo>
                <a:cubicBezTo>
                  <a:pt x="61371" y="217842"/>
                  <a:pt x="0" y="463705"/>
                  <a:pt x="0" y="723900"/>
                </a:cubicBezTo>
                <a:cubicBezTo>
                  <a:pt x="0" y="1618183"/>
                  <a:pt x="724967" y="2343150"/>
                  <a:pt x="1619250" y="2343150"/>
                </a:cubicBezTo>
                <a:cubicBezTo>
                  <a:pt x="2513553" y="2343150"/>
                  <a:pt x="3238500" y="1618183"/>
                  <a:pt x="3238500" y="723900"/>
                </a:cubicBezTo>
                <a:cubicBezTo>
                  <a:pt x="3238500" y="463705"/>
                  <a:pt x="3177131" y="217842"/>
                  <a:pt x="3068079" y="0"/>
                </a:cubicBezTo>
                <a:lnTo>
                  <a:pt x="2192722" y="0"/>
                </a:lnTo>
                <a:cubicBezTo>
                  <a:pt x="2405958" y="169163"/>
                  <a:pt x="2542699" y="430560"/>
                  <a:pt x="2542699" y="723900"/>
                </a:cubicBezTo>
                <a:cubicBezTo>
                  <a:pt x="2542699" y="1233926"/>
                  <a:pt x="2129314" y="1647387"/>
                  <a:pt x="1619250" y="1647387"/>
                </a:cubicBezTo>
                <a:cubicBezTo>
                  <a:pt x="1109224" y="1647387"/>
                  <a:pt x="695763" y="1233926"/>
                  <a:pt x="695763" y="723900"/>
                </a:cubicBezTo>
                <a:cubicBezTo>
                  <a:pt x="695763" y="430560"/>
                  <a:pt x="832533" y="169163"/>
                  <a:pt x="1045778" y="0"/>
                </a:cubicBezTo>
                <a:lnTo>
                  <a:pt x="170428" y="0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9" name="Freeform: Shape 19"/>
          <p:cNvSpPr/>
          <p:nvPr userDrawn="1"/>
        </p:nvSpPr>
        <p:spPr>
          <a:xfrm>
            <a:off x="10325100" y="1566555"/>
            <a:ext cx="781050" cy="781050"/>
          </a:xfrm>
          <a:custGeom>
            <a:avLst/>
            <a:gdLst>
              <a:gd name="connsiteX0" fmla="*/ 0 w 781050"/>
              <a:gd name="connsiteY0" fmla="*/ 390525 h 781050"/>
              <a:gd name="connsiteX1" fmla="*/ 390525 w 781050"/>
              <a:gd name="connsiteY1" fmla="*/ 0 h 781050"/>
              <a:gd name="connsiteX2" fmla="*/ 781050 w 781050"/>
              <a:gd name="connsiteY2" fmla="*/ 390525 h 781050"/>
              <a:gd name="connsiteX3" fmla="*/ 390525 w 781050"/>
              <a:gd name="connsiteY3" fmla="*/ 781050 h 781050"/>
              <a:gd name="connsiteX4" fmla="*/ 0 w 781050"/>
              <a:gd name="connsiteY4" fmla="*/ 390525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" h="781050">
                <a:moveTo>
                  <a:pt x="0" y="390525"/>
                </a:moveTo>
                <a:cubicBezTo>
                  <a:pt x="0" y="174841"/>
                  <a:pt x="174879" y="0"/>
                  <a:pt x="390525" y="0"/>
                </a:cubicBezTo>
                <a:cubicBezTo>
                  <a:pt x="606171" y="0"/>
                  <a:pt x="781050" y="174841"/>
                  <a:pt x="781050" y="390525"/>
                </a:cubicBezTo>
                <a:cubicBezTo>
                  <a:pt x="781050" y="606209"/>
                  <a:pt x="606171" y="781050"/>
                  <a:pt x="390525" y="781050"/>
                </a:cubicBezTo>
                <a:cubicBezTo>
                  <a:pt x="174879" y="781050"/>
                  <a:pt x="0" y="606209"/>
                  <a:pt x="0" y="390525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1" name="직사각형 40"/>
          <p:cNvSpPr/>
          <p:nvPr userDrawn="1"/>
        </p:nvSpPr>
        <p:spPr>
          <a:xfrm>
            <a:off x="7405687" y="6698824"/>
            <a:ext cx="4786312" cy="159176"/>
          </a:xfrm>
          <a:prstGeom prst="rect">
            <a:avLst/>
          </a:prstGeom>
          <a:solidFill>
            <a:srgbClr val="5C6989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9490815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2">
    <p:bg>
      <p:bgPr>
        <a:solidFill>
          <a:srgbClr val="5C69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직선 연결선[R] 41"/>
          <p:cNvCxnSpPr/>
          <p:nvPr/>
        </p:nvCxnSpPr>
        <p:spPr>
          <a:xfrm>
            <a:off x="0" y="3610427"/>
            <a:ext cx="11531506" cy="1"/>
          </a:xfrm>
          <a:prstGeom prst="line">
            <a:avLst/>
          </a:prstGeom>
          <a:ln w="6350">
            <a:solidFill>
              <a:schemeClr val="lt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24" name="직사각형 2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16489" y="2790348"/>
            <a:ext cx="1130541" cy="640520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목차</a:t>
            </a:r>
          </a:p>
        </p:txBody>
      </p:sp>
      <p:sp>
        <p:nvSpPr>
          <p:cNvPr id="25" name="직사각형 24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847030" y="2981172"/>
            <a:ext cx="1553954" cy="447896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400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Contents</a:t>
            </a:r>
          </a:p>
        </p:txBody>
      </p:sp>
      <p:sp>
        <p:nvSpPr>
          <p:cNvPr id="26" name="직사각형 25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01275" y="4284535"/>
            <a:ext cx="2473509" cy="39033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1. </a:t>
            </a:r>
            <a:r>
              <a:rPr lang="ko-KR" altLang="en-US"/>
              <a:t>제목 입력</a:t>
            </a:r>
          </a:p>
        </p:txBody>
      </p:sp>
      <p:sp>
        <p:nvSpPr>
          <p:cNvPr id="27" name="직사각형 26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402424" y="4284535"/>
            <a:ext cx="2473510" cy="39033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제목 입력</a:t>
            </a:r>
          </a:p>
        </p:txBody>
      </p:sp>
      <p:sp>
        <p:nvSpPr>
          <p:cNvPr id="28" name="직사각형 27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214377" y="4284535"/>
            <a:ext cx="2473509" cy="39033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3.</a:t>
            </a:r>
            <a:r>
              <a:rPr lang="ko-KR" altLang="en-US"/>
              <a:t> 제목 입력</a:t>
            </a:r>
          </a:p>
        </p:txBody>
      </p:sp>
      <p:sp>
        <p:nvSpPr>
          <p:cNvPr id="29" name="직사각형 28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9058732" y="4284535"/>
            <a:ext cx="2473509" cy="39033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2000" b="1" i="0" u="none" strike="noStrike" cap="none" normalizeH="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4.</a:t>
            </a:r>
            <a:r>
              <a:rPr lang="ko-KR" altLang="en-US"/>
              <a:t> 제목 입력</a:t>
            </a:r>
          </a:p>
        </p:txBody>
      </p:sp>
      <p:sp>
        <p:nvSpPr>
          <p:cNvPr id="43" name="Freeform: Shape 3"/>
          <p:cNvSpPr/>
          <p:nvPr userDrawn="1"/>
        </p:nvSpPr>
        <p:spPr>
          <a:xfrm>
            <a:off x="0" y="0"/>
            <a:ext cx="2228850" cy="2162175"/>
          </a:xfrm>
          <a:custGeom>
            <a:avLst/>
            <a:gdLst>
              <a:gd name="connsiteX0" fmla="*/ 0 w 2228850"/>
              <a:gd name="connsiteY0" fmla="*/ 2045808 h 2162175"/>
              <a:gd name="connsiteX1" fmla="*/ 604838 w 2228850"/>
              <a:gd name="connsiteY1" fmla="*/ 2162175 h 2162175"/>
              <a:gd name="connsiteX2" fmla="*/ 2228850 w 2228850"/>
              <a:gd name="connsiteY2" fmla="*/ 538163 h 2162175"/>
              <a:gd name="connsiteX3" fmla="*/ 2137563 w 2228850"/>
              <a:gd name="connsiteY3" fmla="*/ 0 h 2162175"/>
              <a:gd name="connsiteX4" fmla="*/ 1358741 w 2228850"/>
              <a:gd name="connsiteY4" fmla="*/ 0 h 2162175"/>
              <a:gd name="connsiteX5" fmla="*/ 1531039 w 2228850"/>
              <a:gd name="connsiteY5" fmla="*/ 538163 h 2162175"/>
              <a:gd name="connsiteX6" fmla="*/ 604838 w 2228850"/>
              <a:gd name="connsiteY6" fmla="*/ 1464364 h 2162175"/>
              <a:gd name="connsiteX7" fmla="*/ 0 w 2228850"/>
              <a:gd name="connsiteY7" fmla="*/ 1239631 h 2162175"/>
              <a:gd name="connsiteX8" fmla="*/ 0 w 2228850"/>
              <a:gd name="connsiteY8" fmla="*/ 2045808 h 216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8850" h="2162175">
                <a:moveTo>
                  <a:pt x="0" y="2045808"/>
                </a:moveTo>
                <a:cubicBezTo>
                  <a:pt x="186935" y="2120875"/>
                  <a:pt x="391062" y="2162175"/>
                  <a:pt x="604838" y="2162175"/>
                </a:cubicBezTo>
                <a:cubicBezTo>
                  <a:pt x="1501759" y="2162175"/>
                  <a:pt x="2228850" y="1435084"/>
                  <a:pt x="2228850" y="538163"/>
                </a:cubicBezTo>
                <a:cubicBezTo>
                  <a:pt x="2228850" y="349536"/>
                  <a:pt x="2196694" y="168421"/>
                  <a:pt x="2137563" y="0"/>
                </a:cubicBezTo>
                <a:lnTo>
                  <a:pt x="1358741" y="0"/>
                </a:lnTo>
                <a:cubicBezTo>
                  <a:pt x="1467212" y="151682"/>
                  <a:pt x="1531039" y="337468"/>
                  <a:pt x="1531039" y="538163"/>
                </a:cubicBezTo>
                <a:cubicBezTo>
                  <a:pt x="1531039" y="1049693"/>
                  <a:pt x="1116368" y="1464364"/>
                  <a:pt x="604838" y="1464364"/>
                </a:cubicBezTo>
                <a:cubicBezTo>
                  <a:pt x="373666" y="1464364"/>
                  <a:pt x="162276" y="1379677"/>
                  <a:pt x="0" y="1239631"/>
                </a:cubicBezTo>
                <a:lnTo>
                  <a:pt x="0" y="2045808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4" name="Freeform: Shape 4"/>
          <p:cNvSpPr/>
          <p:nvPr userDrawn="1"/>
        </p:nvSpPr>
        <p:spPr>
          <a:xfrm>
            <a:off x="1390650" y="1381125"/>
            <a:ext cx="781050" cy="781050"/>
          </a:xfrm>
          <a:custGeom>
            <a:avLst/>
            <a:gdLst>
              <a:gd name="connsiteX0" fmla="*/ 0 w 781050"/>
              <a:gd name="connsiteY0" fmla="*/ 390525 h 781050"/>
              <a:gd name="connsiteX1" fmla="*/ 390525 w 781050"/>
              <a:gd name="connsiteY1" fmla="*/ 0 h 781050"/>
              <a:gd name="connsiteX2" fmla="*/ 781050 w 781050"/>
              <a:gd name="connsiteY2" fmla="*/ 390525 h 781050"/>
              <a:gd name="connsiteX3" fmla="*/ 390525 w 781050"/>
              <a:gd name="connsiteY3" fmla="*/ 781050 h 781050"/>
              <a:gd name="connsiteX4" fmla="*/ 0 w 781050"/>
              <a:gd name="connsiteY4" fmla="*/ 390525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" h="781050">
                <a:moveTo>
                  <a:pt x="0" y="390525"/>
                </a:moveTo>
                <a:cubicBezTo>
                  <a:pt x="0" y="174841"/>
                  <a:pt x="174841" y="0"/>
                  <a:pt x="390525" y="0"/>
                </a:cubicBezTo>
                <a:cubicBezTo>
                  <a:pt x="606209" y="0"/>
                  <a:pt x="781050" y="174841"/>
                  <a:pt x="781050" y="390525"/>
                </a:cubicBezTo>
                <a:cubicBezTo>
                  <a:pt x="781050" y="606209"/>
                  <a:pt x="606209" y="781050"/>
                  <a:pt x="390525" y="781050"/>
                </a:cubicBezTo>
                <a:cubicBezTo>
                  <a:pt x="174841" y="781050"/>
                  <a:pt x="0" y="606209"/>
                  <a:pt x="0" y="390525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5" name="직사각형 44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716489" y="4734592"/>
            <a:ext cx="2359015" cy="1075094"/>
          </a:xfrm>
        </p:spPr>
        <p:txBody>
          <a:bodyPr vert="horz" wrap="square" lIns="91440" tIns="45720" rIns="91440" bIns="45720" anchor="t">
            <a:noAutofit/>
          </a:bodyPr>
          <a:lstStyle>
            <a:lvl1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설명을 입력해주세요</a:t>
            </a:r>
            <a:r>
              <a:rPr lang="en-US" altLang="ko-KR"/>
              <a:t>.</a:t>
            </a:r>
          </a:p>
        </p:txBody>
      </p:sp>
      <p:sp>
        <p:nvSpPr>
          <p:cNvPr id="46" name="직사각형 45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3517639" y="4734592"/>
            <a:ext cx="2359015" cy="1075094"/>
          </a:xfrm>
        </p:spPr>
        <p:txBody>
          <a:bodyPr vert="horz" wrap="square" lIns="91440" tIns="45720" rIns="91440" bIns="45720" anchor="t"/>
          <a:lstStyle>
            <a:lvl1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설명을 입력해주세요</a:t>
            </a:r>
            <a:r>
              <a:rPr lang="en-US" altLang="ko-KR"/>
              <a:t>.</a:t>
            </a:r>
          </a:p>
        </p:txBody>
      </p:sp>
      <p:sp>
        <p:nvSpPr>
          <p:cNvPr id="47" name="직사각형 4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329591" y="4734592"/>
            <a:ext cx="2359015" cy="1075094"/>
          </a:xfrm>
        </p:spPr>
        <p:txBody>
          <a:bodyPr vert="horz" wrap="square" lIns="91440" tIns="45720" rIns="91440" bIns="45720" anchor="t"/>
          <a:lstStyle>
            <a:lvl1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설명을 입력해주세요</a:t>
            </a:r>
            <a:r>
              <a:rPr lang="en-US" altLang="ko-KR"/>
              <a:t>.</a:t>
            </a:r>
          </a:p>
        </p:txBody>
      </p:sp>
      <p:sp>
        <p:nvSpPr>
          <p:cNvPr id="48" name="직사각형 47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9173947" y="4734592"/>
            <a:ext cx="2359015" cy="1075094"/>
          </a:xfrm>
        </p:spPr>
        <p:txBody>
          <a:bodyPr vert="horz" wrap="square" lIns="91440" tIns="45720" rIns="91440" bIns="45720" anchor="t"/>
          <a:lstStyle>
            <a:lvl1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설명을 입력해주세요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711233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3">
    <p:bg>
      <p:bgPr>
        <a:solidFill>
          <a:srgbClr val="03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86873" y="2610326"/>
            <a:ext cx="7563825" cy="818382"/>
          </a:xfrm>
        </p:spPr>
        <p:txBody>
          <a:bodyPr/>
          <a:lstStyle>
            <a:lvl1pPr algn="l">
              <a:defRPr sz="4800" b="1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3" name="직사각형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86873" y="1829028"/>
            <a:ext cx="1097417" cy="638359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3600" b="0" i="0" u="none" strike="noStrike" cap="none" normalizeH="0">
                <a:solidFill>
                  <a:srgbClr val="1FC689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01</a:t>
            </a:r>
          </a:p>
        </p:txBody>
      </p:sp>
      <p:sp>
        <p:nvSpPr>
          <p:cNvPr id="27" name="Freeform: Shape 3"/>
          <p:cNvSpPr/>
          <p:nvPr userDrawn="1"/>
        </p:nvSpPr>
        <p:spPr>
          <a:xfrm>
            <a:off x="7918602" y="8433"/>
            <a:ext cx="3238500" cy="2343150"/>
          </a:xfrm>
          <a:custGeom>
            <a:avLst/>
            <a:gdLst>
              <a:gd name="connsiteX0" fmla="*/ 170428 w 3238500"/>
              <a:gd name="connsiteY0" fmla="*/ 0 h 2343150"/>
              <a:gd name="connsiteX1" fmla="*/ 0 w 3238500"/>
              <a:gd name="connsiteY1" fmla="*/ 723900 h 2343150"/>
              <a:gd name="connsiteX2" fmla="*/ 1619250 w 3238500"/>
              <a:gd name="connsiteY2" fmla="*/ 2343150 h 2343150"/>
              <a:gd name="connsiteX3" fmla="*/ 3238500 w 3238500"/>
              <a:gd name="connsiteY3" fmla="*/ 723900 h 2343150"/>
              <a:gd name="connsiteX4" fmla="*/ 3068079 w 3238500"/>
              <a:gd name="connsiteY4" fmla="*/ 0 h 2343150"/>
              <a:gd name="connsiteX5" fmla="*/ 2192722 w 3238500"/>
              <a:gd name="connsiteY5" fmla="*/ 0 h 2343150"/>
              <a:gd name="connsiteX6" fmla="*/ 2542699 w 3238500"/>
              <a:gd name="connsiteY6" fmla="*/ 723900 h 2343150"/>
              <a:gd name="connsiteX7" fmla="*/ 1619250 w 3238500"/>
              <a:gd name="connsiteY7" fmla="*/ 1647387 h 2343150"/>
              <a:gd name="connsiteX8" fmla="*/ 695763 w 3238500"/>
              <a:gd name="connsiteY8" fmla="*/ 723900 h 2343150"/>
              <a:gd name="connsiteX9" fmla="*/ 1045778 w 3238500"/>
              <a:gd name="connsiteY9" fmla="*/ 0 h 2343150"/>
              <a:gd name="connsiteX10" fmla="*/ 170428 w 3238500"/>
              <a:gd name="connsiteY10" fmla="*/ 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38500" h="2343150">
                <a:moveTo>
                  <a:pt x="170428" y="0"/>
                </a:moveTo>
                <a:cubicBezTo>
                  <a:pt x="61371" y="217842"/>
                  <a:pt x="0" y="463705"/>
                  <a:pt x="0" y="723900"/>
                </a:cubicBezTo>
                <a:cubicBezTo>
                  <a:pt x="0" y="1618183"/>
                  <a:pt x="724967" y="2343150"/>
                  <a:pt x="1619250" y="2343150"/>
                </a:cubicBezTo>
                <a:cubicBezTo>
                  <a:pt x="2513553" y="2343150"/>
                  <a:pt x="3238500" y="1618183"/>
                  <a:pt x="3238500" y="723900"/>
                </a:cubicBezTo>
                <a:cubicBezTo>
                  <a:pt x="3238500" y="463705"/>
                  <a:pt x="3177131" y="217842"/>
                  <a:pt x="3068079" y="0"/>
                </a:cubicBezTo>
                <a:lnTo>
                  <a:pt x="2192722" y="0"/>
                </a:lnTo>
                <a:cubicBezTo>
                  <a:pt x="2405958" y="169163"/>
                  <a:pt x="2542699" y="430560"/>
                  <a:pt x="2542699" y="723900"/>
                </a:cubicBezTo>
                <a:cubicBezTo>
                  <a:pt x="2542699" y="1233926"/>
                  <a:pt x="2129314" y="1647387"/>
                  <a:pt x="1619250" y="1647387"/>
                </a:cubicBezTo>
                <a:cubicBezTo>
                  <a:pt x="1109224" y="1647387"/>
                  <a:pt x="695763" y="1233926"/>
                  <a:pt x="695763" y="723900"/>
                </a:cubicBezTo>
                <a:cubicBezTo>
                  <a:pt x="695763" y="430560"/>
                  <a:pt x="832533" y="169163"/>
                  <a:pt x="1045778" y="0"/>
                </a:cubicBezTo>
                <a:lnTo>
                  <a:pt x="170428" y="0"/>
                </a:lnTo>
                <a:close/>
              </a:path>
            </a:pathLst>
          </a:custGeom>
          <a:solidFill>
            <a:srgbClr val="5C6989">
              <a:alpha val="1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8" name="Freeform: Shape 4"/>
          <p:cNvSpPr/>
          <p:nvPr userDrawn="1"/>
        </p:nvSpPr>
        <p:spPr>
          <a:xfrm>
            <a:off x="10328427" y="1570533"/>
            <a:ext cx="781050" cy="781050"/>
          </a:xfrm>
          <a:custGeom>
            <a:avLst/>
            <a:gdLst>
              <a:gd name="connsiteX0" fmla="*/ 0 w 781050"/>
              <a:gd name="connsiteY0" fmla="*/ 390525 h 781050"/>
              <a:gd name="connsiteX1" fmla="*/ 390525 w 781050"/>
              <a:gd name="connsiteY1" fmla="*/ 0 h 781050"/>
              <a:gd name="connsiteX2" fmla="*/ 781050 w 781050"/>
              <a:gd name="connsiteY2" fmla="*/ 390525 h 781050"/>
              <a:gd name="connsiteX3" fmla="*/ 390525 w 781050"/>
              <a:gd name="connsiteY3" fmla="*/ 781050 h 781050"/>
              <a:gd name="connsiteX4" fmla="*/ 0 w 781050"/>
              <a:gd name="connsiteY4" fmla="*/ 390525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" h="781050">
                <a:moveTo>
                  <a:pt x="0" y="390525"/>
                </a:moveTo>
                <a:cubicBezTo>
                  <a:pt x="0" y="174841"/>
                  <a:pt x="174879" y="0"/>
                  <a:pt x="390525" y="0"/>
                </a:cubicBezTo>
                <a:cubicBezTo>
                  <a:pt x="606171" y="0"/>
                  <a:pt x="781050" y="174841"/>
                  <a:pt x="781050" y="390525"/>
                </a:cubicBezTo>
                <a:cubicBezTo>
                  <a:pt x="781050" y="606209"/>
                  <a:pt x="606171" y="781050"/>
                  <a:pt x="390525" y="781050"/>
                </a:cubicBezTo>
                <a:cubicBezTo>
                  <a:pt x="174879" y="781050"/>
                  <a:pt x="0" y="606209"/>
                  <a:pt x="0" y="390525"/>
                </a:cubicBezTo>
                <a:close/>
              </a:path>
            </a:pathLst>
          </a:custGeom>
          <a:solidFill>
            <a:srgbClr val="4CE1AB">
              <a:alpha val="1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cxnSp>
        <p:nvCxnSpPr>
          <p:cNvPr id="29" name="선 28"/>
          <p:cNvCxnSpPr/>
          <p:nvPr userDrawn="1"/>
        </p:nvCxnSpPr>
        <p:spPr>
          <a:xfrm>
            <a:off x="0" y="3610427"/>
            <a:ext cx="11531506" cy="1"/>
          </a:xfrm>
          <a:prstGeom prst="line">
            <a:avLst/>
          </a:prstGeom>
          <a:noFill/>
          <a:ln w="6350" cap="flat" cmpd="sng" algn="ctr">
            <a:solidFill>
              <a:srgbClr val="FFFFFF">
                <a:alpha val="74900"/>
              </a:srgbClr>
            </a:solidFill>
            <a:prstDash val="solid"/>
          </a:ln>
        </p:spPr>
      </p:cxnSp>
      <p:sp>
        <p:nvSpPr>
          <p:cNvPr id="30" name="직사각형 2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86873" y="4532966"/>
            <a:ext cx="2359015" cy="1389679"/>
          </a:xfrm>
        </p:spPr>
        <p:txBody>
          <a:bodyPr vert="horz" wrap="square" lIns="91440" tIns="45720" rIns="91440" bIns="45720" anchor="t">
            <a:noAutofit/>
          </a:bodyPr>
          <a:lstStyle>
            <a:lvl1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l" defTabSz="914400" rtl="0" eaLnBrk="1" latinLnBrk="1" hangingPunct="1">
              <a:lnSpc>
                <a:spcPct val="17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한컴산뜻돋움"/>
              <a:buChar char="-"/>
              <a:defRPr kumimoji="0" sz="1600" b="0" i="0" u="none" strike="noStrike" cap="none" normalizeH="0" baseline="0">
                <a:solidFill>
                  <a:schemeClr val="lt1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설명을 입력해주세요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249647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056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7" name="직사각형 1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74096" y="1699412"/>
            <a:ext cx="4783198" cy="36652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18" name="직사각형 17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74096" y="2185473"/>
            <a:ext cx="4783198" cy="1242515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9" name="직사각형 1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74096" y="4230529"/>
            <a:ext cx="4783198" cy="358964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20" name="직사각형 1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74096" y="4716589"/>
            <a:ext cx="4783198" cy="1242515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457200" indent="0">
              <a:buNone/>
              <a:defRPr sz="1400">
                <a:latin typeface="함초롬돋움"/>
                <a:ea typeface="함초롬돋움"/>
                <a:cs typeface="함초롬돋움"/>
              </a:defRPr>
            </a:lvl2pPr>
            <a:lvl3pPr marL="914400" indent="0">
              <a:buNone/>
              <a:defRPr sz="1400">
                <a:latin typeface="함초롬돋움"/>
                <a:ea typeface="함초롬돋움"/>
                <a:cs typeface="함초롬돋움"/>
              </a:defRPr>
            </a:lvl3pPr>
            <a:lvl4pPr marL="1371600" indent="0">
              <a:buNone/>
              <a:defRPr sz="1400">
                <a:latin typeface="함초롬돋움"/>
                <a:ea typeface="함초롬돋움"/>
                <a:cs typeface="함초롬돋움"/>
              </a:defRPr>
            </a:lvl4pPr>
            <a:lvl5pPr marL="1828800" indent="0">
              <a:buNone/>
              <a:defRPr sz="1400">
                <a:latin typeface="함초롬돋움"/>
                <a:ea typeface="함초롬돋움"/>
                <a:cs typeface="함초롬돋움"/>
              </a:defRPr>
            </a:lvl5pPr>
            <a:lvl6pPr marL="2286000" indent="0">
              <a:buNone/>
              <a:defRPr sz="1400">
                <a:latin typeface="함초롬돋움"/>
                <a:ea typeface="함초롬돋움"/>
                <a:cs typeface="함초롬돋움"/>
              </a:defRPr>
            </a:lvl6pPr>
            <a:lvl7pPr marL="2743200" indent="0">
              <a:buNone/>
              <a:defRPr sz="1400">
                <a:latin typeface="함초롬돋움"/>
                <a:ea typeface="함초롬돋움"/>
                <a:cs typeface="함초롬돋움"/>
              </a:defRPr>
            </a:lvl7pPr>
            <a:lvl8pPr marL="3200400" indent="0">
              <a:buNone/>
              <a:defRPr sz="1400">
                <a:latin typeface="함초롬돋움"/>
                <a:ea typeface="함초롬돋움"/>
                <a:cs typeface="함초롬돋움"/>
              </a:defRPr>
            </a:lvl8pPr>
            <a:lvl9pPr marL="3657600" indent="0">
              <a:buNone/>
              <a:defRPr sz="1400"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1" name="직사각형 20"/>
          <p:cNvSpPr>
            <a:spLocks noGrp="1"/>
          </p:cNvSpPr>
          <p:nvPr userDrawn="1">
            <p:ph type="pic" sz="quarter" idx="17"/>
          </p:nvPr>
        </p:nvSpPr>
        <p:spPr>
          <a:xfrm>
            <a:off x="6052356" y="1531889"/>
            <a:ext cx="6138767" cy="5326146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5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6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65645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056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7" name="직사각형 1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357369" y="3276409"/>
            <a:ext cx="2559560" cy="320080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18" name="직사각형 17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96862" y="3596849"/>
            <a:ext cx="3421507" cy="1078021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r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</a:p>
        </p:txBody>
      </p:sp>
      <p:sp>
        <p:nvSpPr>
          <p:cNvPr id="19" name="직사각형 1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431329" y="1685010"/>
            <a:ext cx="2559560" cy="320080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5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20" name="직사각형 1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431328" y="2005450"/>
            <a:ext cx="3421508" cy="1078745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457200" indent="0">
              <a:buNone/>
              <a:defRPr sz="1200">
                <a:latin typeface="함초롬돋움"/>
                <a:ea typeface="함초롬돋움"/>
                <a:cs typeface="함초롬돋움"/>
              </a:defRPr>
            </a:lvl2pPr>
            <a:lvl3pPr marL="914400" indent="0">
              <a:buNone/>
              <a:defRPr sz="1200">
                <a:latin typeface="함초롬돋움"/>
                <a:ea typeface="함초롬돋움"/>
                <a:cs typeface="함초롬돋움"/>
              </a:defRPr>
            </a:lvl3pPr>
            <a:lvl4pPr marL="1371600" indent="0">
              <a:buNone/>
              <a:defRPr sz="1200">
                <a:latin typeface="함초롬돋움"/>
                <a:ea typeface="함초롬돋움"/>
                <a:cs typeface="함초롬돋움"/>
              </a:defRPr>
            </a:lvl4pPr>
            <a:lvl5pPr marL="1828800" indent="0">
              <a:buNone/>
              <a:defRPr sz="1200">
                <a:latin typeface="함초롬돋움"/>
                <a:ea typeface="함초롬돋움"/>
                <a:cs typeface="함초롬돋움"/>
              </a:defRPr>
            </a:lvl5pPr>
            <a:lvl6pPr marL="2286000" indent="0">
              <a:buNone/>
              <a:defRPr sz="1200">
                <a:latin typeface="함초롬돋움"/>
                <a:ea typeface="함초롬돋움"/>
                <a:cs typeface="함초롬돋움"/>
              </a:defRPr>
            </a:lvl6pPr>
            <a:lvl7pPr marL="2743200" indent="0">
              <a:buNone/>
              <a:defRPr sz="1200">
                <a:latin typeface="함초롬돋움"/>
                <a:ea typeface="함초롬돋움"/>
                <a:cs typeface="함초롬돋움"/>
              </a:defRPr>
            </a:lvl7pPr>
            <a:lvl8pPr marL="3200400" indent="0">
              <a:buNone/>
              <a:defRPr sz="1200">
                <a:latin typeface="함초롬돋움"/>
                <a:ea typeface="함초롬돋움"/>
                <a:cs typeface="함초롬돋움"/>
              </a:defRPr>
            </a:lvl8pPr>
            <a:lvl9pPr marL="3657600" indent="0">
              <a:buNone/>
              <a:defRPr sz="1200"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2" name="직사각형 41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8273834" y="4021702"/>
            <a:ext cx="2559560" cy="300743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43" name="직사각형 4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273833" y="4342143"/>
            <a:ext cx="3421508" cy="1075677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2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7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8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9" name="직사각형 48"/>
          <p:cNvSpPr>
            <a:spLocks noGrp="1"/>
          </p:cNvSpPr>
          <p:nvPr userDrawn="1">
            <p:ph type="pic" sz="quarter" idx="19"/>
          </p:nvPr>
        </p:nvSpPr>
        <p:spPr>
          <a:xfrm>
            <a:off x="4091515" y="1685010"/>
            <a:ext cx="3173942" cy="3732810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90458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914"/>
          </a:xfrm>
        </p:spPr>
        <p:txBody>
          <a:bodyPr>
            <a:sp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7" name="직사각형 1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74096" y="1699412"/>
            <a:ext cx="4783198" cy="36652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18" name="직사각형 17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74096" y="2185473"/>
            <a:ext cx="4783198" cy="1242515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9" name="직사각형 1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74096" y="4475359"/>
            <a:ext cx="4783198" cy="361436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20" name="직사각형 1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74096" y="4961420"/>
            <a:ext cx="4783198" cy="1242515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457200" indent="0">
              <a:buNone/>
              <a:defRPr sz="1400">
                <a:latin typeface="함초롬돋움"/>
                <a:ea typeface="함초롬돋움"/>
                <a:cs typeface="함초롬돋움"/>
              </a:defRPr>
            </a:lvl2pPr>
            <a:lvl3pPr marL="914400" indent="0">
              <a:buNone/>
              <a:defRPr sz="1400">
                <a:latin typeface="함초롬돋움"/>
                <a:ea typeface="함초롬돋움"/>
                <a:cs typeface="함초롬돋움"/>
              </a:defRPr>
            </a:lvl3pPr>
            <a:lvl4pPr marL="1371600" indent="0">
              <a:buNone/>
              <a:defRPr sz="1400">
                <a:latin typeface="함초롬돋움"/>
                <a:ea typeface="함초롬돋움"/>
                <a:cs typeface="함초롬돋움"/>
              </a:defRPr>
            </a:lvl4pPr>
            <a:lvl5pPr marL="1828800" indent="0">
              <a:buNone/>
              <a:defRPr sz="1400">
                <a:latin typeface="함초롬돋움"/>
                <a:ea typeface="함초롬돋움"/>
                <a:cs typeface="함초롬돋움"/>
              </a:defRPr>
            </a:lvl5pPr>
            <a:lvl6pPr marL="2286000" indent="0">
              <a:buNone/>
              <a:defRPr sz="1400">
                <a:latin typeface="함초롬돋움"/>
                <a:ea typeface="함초롬돋움"/>
                <a:cs typeface="함초롬돋움"/>
              </a:defRPr>
            </a:lvl6pPr>
            <a:lvl7pPr marL="2743200" indent="0">
              <a:buNone/>
              <a:defRPr sz="1400">
                <a:latin typeface="함초롬돋움"/>
                <a:ea typeface="함초롬돋움"/>
                <a:cs typeface="함초롬돋움"/>
              </a:defRPr>
            </a:lvl7pPr>
            <a:lvl8pPr marL="3200400" indent="0">
              <a:buNone/>
              <a:defRPr sz="1400">
                <a:latin typeface="함초롬돋움"/>
                <a:ea typeface="함초롬돋움"/>
                <a:cs typeface="함초롬돋움"/>
              </a:defRPr>
            </a:lvl8pPr>
            <a:lvl9pPr marL="3657600" indent="0">
              <a:buNone/>
              <a:defRPr sz="1400"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6" name="직사각형 25"/>
          <p:cNvSpPr>
            <a:spLocks noGrp="1"/>
          </p:cNvSpPr>
          <p:nvPr userDrawn="1">
            <p:ph type="tbl" sz="quarter" idx="17"/>
          </p:nvPr>
        </p:nvSpPr>
        <p:spPr>
          <a:xfrm>
            <a:off x="6336792" y="1054931"/>
            <a:ext cx="5017227" cy="2371976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7" name="직사각형 26"/>
          <p:cNvSpPr>
            <a:spLocks noGrp="1"/>
          </p:cNvSpPr>
          <p:nvPr userDrawn="1">
            <p:ph type="tbl" sz="quarter" idx="18"/>
          </p:nvPr>
        </p:nvSpPr>
        <p:spPr>
          <a:xfrm>
            <a:off x="6336792" y="3834479"/>
            <a:ext cx="5017227" cy="2371976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8" name="직사각형 27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36792" y="3427628"/>
            <a:ext cx="5017227" cy="276874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&lt;</a:t>
            </a:r>
            <a:r>
              <a:rPr lang="ko-KR" altLang="en-US"/>
              <a:t>표</a:t>
            </a:r>
            <a:r>
              <a:rPr lang="en-US" altLang="ko-KR"/>
              <a:t>1&gt;</a:t>
            </a:r>
            <a:r>
              <a:rPr lang="ko-KR" altLang="en-US"/>
              <a:t> 표 </a:t>
            </a:r>
            <a:r>
              <a:rPr lang="en-US" altLang="ko-KR"/>
              <a:t>1</a:t>
            </a:r>
            <a:r>
              <a:rPr lang="ko-KR" altLang="en-US"/>
              <a:t>에 대한 설명</a:t>
            </a:r>
          </a:p>
        </p:txBody>
      </p:sp>
      <p:sp>
        <p:nvSpPr>
          <p:cNvPr id="29" name="직사각형 28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336792" y="6203575"/>
            <a:ext cx="5017227" cy="276874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9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/>
              <a:t>&lt;</a:t>
            </a:r>
            <a:r>
              <a:rPr lang="ko-KR" altLang="en-US"/>
              <a:t>표</a:t>
            </a:r>
            <a:r>
              <a:rPr lang="en-US" altLang="ko-KR"/>
              <a:t>2&gt;</a:t>
            </a:r>
            <a:r>
              <a:rPr lang="ko-KR" altLang="en-US"/>
              <a:t> 표 </a:t>
            </a:r>
            <a:r>
              <a:rPr lang="en-US" altLang="ko-KR"/>
              <a:t>2</a:t>
            </a:r>
            <a:r>
              <a:rPr lang="ko-KR" altLang="en-US"/>
              <a:t>에 대한 설명</a:t>
            </a:r>
          </a:p>
        </p:txBody>
      </p:sp>
      <p:sp>
        <p:nvSpPr>
          <p:cNvPr id="34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5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1840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914"/>
          </a:xfrm>
        </p:spPr>
        <p:txBody>
          <a:bodyPr>
            <a:sp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7" name="직사각형 1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953394" y="1699412"/>
            <a:ext cx="3363900" cy="36652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18" name="직사각형 17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953394" y="2185473"/>
            <a:ext cx="3363900" cy="1527310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슬라이드 메세지</a:t>
            </a:r>
          </a:p>
        </p:txBody>
      </p:sp>
      <p:sp>
        <p:nvSpPr>
          <p:cNvPr id="19" name="직사각형 1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67707" y="4237729"/>
            <a:ext cx="4783198" cy="360941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20" name="직사각형 19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867707" y="4727391"/>
            <a:ext cx="4783198" cy="1242879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457200" indent="0">
              <a:buNone/>
              <a:defRPr sz="1400">
                <a:latin typeface="함초롬돋움"/>
                <a:ea typeface="함초롬돋움"/>
                <a:cs typeface="함초롬돋움"/>
              </a:defRPr>
            </a:lvl2pPr>
            <a:lvl3pPr marL="914400" indent="0">
              <a:buNone/>
              <a:defRPr sz="1400">
                <a:latin typeface="함초롬돋움"/>
                <a:ea typeface="함초롬돋움"/>
                <a:cs typeface="함초롬돋움"/>
              </a:defRPr>
            </a:lvl3pPr>
            <a:lvl4pPr marL="1371600" indent="0">
              <a:buNone/>
              <a:defRPr sz="1400">
                <a:latin typeface="함초롬돋움"/>
                <a:ea typeface="함초롬돋움"/>
                <a:cs typeface="함초롬돋움"/>
              </a:defRPr>
            </a:lvl4pPr>
            <a:lvl5pPr marL="1828800" indent="0">
              <a:buNone/>
              <a:defRPr sz="1400">
                <a:latin typeface="함초롬돋움"/>
                <a:ea typeface="함초롬돋움"/>
                <a:cs typeface="함초롬돋움"/>
              </a:defRPr>
            </a:lvl5pPr>
            <a:lvl6pPr marL="2286000" indent="0">
              <a:buNone/>
              <a:defRPr sz="1400">
                <a:latin typeface="함초롬돋움"/>
                <a:ea typeface="함초롬돋움"/>
                <a:cs typeface="함초롬돋움"/>
              </a:defRPr>
            </a:lvl6pPr>
            <a:lvl7pPr marL="2743200" indent="0">
              <a:buNone/>
              <a:defRPr sz="1400">
                <a:latin typeface="함초롬돋움"/>
                <a:ea typeface="함초롬돋움"/>
                <a:cs typeface="함초롬돋움"/>
              </a:defRPr>
            </a:lvl7pPr>
            <a:lvl8pPr marL="3200400" indent="0">
              <a:buNone/>
              <a:defRPr sz="1400">
                <a:latin typeface="함초롬돋움"/>
                <a:ea typeface="함초롬돋움"/>
                <a:cs typeface="함초롬돋움"/>
              </a:defRPr>
            </a:lvl8pPr>
            <a:lvl9pPr marL="3657600" indent="0">
              <a:buNone/>
              <a:defRPr sz="1400"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6" name="직사각형 35"/>
          <p:cNvSpPr>
            <a:spLocks noGrp="1"/>
          </p:cNvSpPr>
          <p:nvPr userDrawn="1">
            <p:ph type="pic" sz="quarter" idx="17"/>
          </p:nvPr>
        </p:nvSpPr>
        <p:spPr>
          <a:xfrm>
            <a:off x="867708" y="1699412"/>
            <a:ext cx="3363900" cy="2003290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8" name="직사각형 37"/>
          <p:cNvSpPr>
            <a:spLocks noGrp="1"/>
          </p:cNvSpPr>
          <p:nvPr userDrawn="1">
            <p:ph type="pic" sz="quarter" idx="18"/>
          </p:nvPr>
        </p:nvSpPr>
        <p:spPr>
          <a:xfrm>
            <a:off x="4414152" y="1699412"/>
            <a:ext cx="3363900" cy="2003290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9" name="직사각형 38"/>
          <p:cNvSpPr>
            <a:spLocks noGrp="1"/>
          </p:cNvSpPr>
          <p:nvPr userDrawn="1">
            <p:ph type="pic" sz="quarter" idx="19"/>
          </p:nvPr>
        </p:nvSpPr>
        <p:spPr>
          <a:xfrm>
            <a:off x="7953394" y="3967696"/>
            <a:ext cx="3363900" cy="2003290"/>
          </a:xfr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3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4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2375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 userDrawn="1"/>
        </p:nvSpPr>
        <p:spPr>
          <a:xfrm>
            <a:off x="0" y="6698824"/>
            <a:ext cx="12192000" cy="159176"/>
          </a:xfrm>
          <a:prstGeom prst="rect">
            <a:avLst/>
          </a:prstGeom>
          <a:solidFill>
            <a:srgbClr val="4CE1A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algn="ctr">
              <a:defRPr/>
            </a:pPr>
            <a:endParaRPr lang="ko-KR" altLang="en-US"/>
          </a:p>
        </p:txBody>
      </p:sp>
      <p:sp>
        <p:nvSpPr>
          <p:cNvPr id="23" name="직사각형 22"/>
          <p:cNvSpPr/>
          <p:nvPr userDrawn="1"/>
        </p:nvSpPr>
        <p:spPr>
          <a:xfrm>
            <a:off x="7405687" y="6698824"/>
            <a:ext cx="4786312" cy="159176"/>
          </a:xfrm>
          <a:prstGeom prst="rect">
            <a:avLst/>
          </a:prstGeom>
          <a:solidFill>
            <a:srgbClr val="5C6989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가로 글상자 17"/>
          <p:cNvSpPr txBox="1"/>
          <p:nvPr userDrawn="1"/>
        </p:nvSpPr>
        <p:spPr>
          <a:xfrm>
            <a:off x="585898" y="319661"/>
            <a:ext cx="2559889" cy="26898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SIMPLE</a:t>
            </a:r>
            <a:r>
              <a:rPr kumimoji="0" lang="ko-KR" altLang="en-US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kumimoji="0" lang="en-US" altLang="ko-KR" sz="1200" b="0" i="0" u="none" strike="noStrike" kern="1200" cap="none" spc="0" normalizeH="0" baseline="0">
                <a:solidFill>
                  <a:srgbClr val="6F7C9C"/>
                </a:solidFill>
                <a:latin typeface="함초롬돋움"/>
                <a:ea typeface="함초롬돋움"/>
                <a:cs typeface="함초롬돋움"/>
              </a:rPr>
              <a:t>CIRCLE TEMPLATES</a:t>
            </a:r>
          </a:p>
        </p:txBody>
      </p:sp>
      <p:sp>
        <p:nvSpPr>
          <p:cNvPr id="19" name="Freeform: Shape 16"/>
          <p:cNvSpPr/>
          <p:nvPr userDrawn="1"/>
        </p:nvSpPr>
        <p:spPr>
          <a:xfrm>
            <a:off x="11572875" y="3650148"/>
            <a:ext cx="619125" cy="2281237"/>
          </a:xfrm>
          <a:custGeom>
            <a:avLst/>
            <a:gdLst>
              <a:gd name="connsiteX0" fmla="*/ 619125 w 619125"/>
              <a:gd name="connsiteY0" fmla="*/ 0 h 2281237"/>
              <a:gd name="connsiteX1" fmla="*/ 0 w 619125"/>
              <a:gd name="connsiteY1" fmla="*/ 1140619 h 2281237"/>
              <a:gd name="connsiteX2" fmla="*/ 619125 w 619125"/>
              <a:gd name="connsiteY2" fmla="*/ 2281238 h 2281237"/>
              <a:gd name="connsiteX3" fmla="*/ 619125 w 619125"/>
              <a:gd name="connsiteY3" fmla="*/ 0 h 2281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125" h="2281237">
                <a:moveTo>
                  <a:pt x="619125" y="0"/>
                </a:moveTo>
                <a:cubicBezTo>
                  <a:pt x="246583" y="241745"/>
                  <a:pt x="0" y="662283"/>
                  <a:pt x="0" y="1140619"/>
                </a:cubicBezTo>
                <a:cubicBezTo>
                  <a:pt x="0" y="1618955"/>
                  <a:pt x="246583" y="2039493"/>
                  <a:pt x="619125" y="2281238"/>
                </a:cubicBezTo>
                <a:lnTo>
                  <a:pt x="619125" y="0"/>
                </a:lnTo>
                <a:close/>
              </a:path>
            </a:pathLst>
          </a:custGeom>
          <a:solidFill>
            <a:srgbClr val="4CE1AB">
              <a:alpha val="25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0" name="Freeform: Shape 18"/>
          <p:cNvSpPr/>
          <p:nvPr userDrawn="1"/>
        </p:nvSpPr>
        <p:spPr>
          <a:xfrm>
            <a:off x="7915275" y="4455"/>
            <a:ext cx="3238500" cy="2343150"/>
          </a:xfrm>
          <a:custGeom>
            <a:avLst/>
            <a:gdLst>
              <a:gd name="connsiteX0" fmla="*/ 170428 w 3238500"/>
              <a:gd name="connsiteY0" fmla="*/ 0 h 2343150"/>
              <a:gd name="connsiteX1" fmla="*/ 0 w 3238500"/>
              <a:gd name="connsiteY1" fmla="*/ 723900 h 2343150"/>
              <a:gd name="connsiteX2" fmla="*/ 1619250 w 3238500"/>
              <a:gd name="connsiteY2" fmla="*/ 2343150 h 2343150"/>
              <a:gd name="connsiteX3" fmla="*/ 3238500 w 3238500"/>
              <a:gd name="connsiteY3" fmla="*/ 723900 h 2343150"/>
              <a:gd name="connsiteX4" fmla="*/ 3068079 w 3238500"/>
              <a:gd name="connsiteY4" fmla="*/ 0 h 2343150"/>
              <a:gd name="connsiteX5" fmla="*/ 2192722 w 3238500"/>
              <a:gd name="connsiteY5" fmla="*/ 0 h 2343150"/>
              <a:gd name="connsiteX6" fmla="*/ 2542699 w 3238500"/>
              <a:gd name="connsiteY6" fmla="*/ 723900 h 2343150"/>
              <a:gd name="connsiteX7" fmla="*/ 1619250 w 3238500"/>
              <a:gd name="connsiteY7" fmla="*/ 1647387 h 2343150"/>
              <a:gd name="connsiteX8" fmla="*/ 695763 w 3238500"/>
              <a:gd name="connsiteY8" fmla="*/ 723900 h 2343150"/>
              <a:gd name="connsiteX9" fmla="*/ 1045778 w 3238500"/>
              <a:gd name="connsiteY9" fmla="*/ 0 h 2343150"/>
              <a:gd name="connsiteX10" fmla="*/ 170428 w 3238500"/>
              <a:gd name="connsiteY10" fmla="*/ 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38500" h="2343150">
                <a:moveTo>
                  <a:pt x="170428" y="0"/>
                </a:moveTo>
                <a:cubicBezTo>
                  <a:pt x="61371" y="217842"/>
                  <a:pt x="0" y="463705"/>
                  <a:pt x="0" y="723900"/>
                </a:cubicBezTo>
                <a:cubicBezTo>
                  <a:pt x="0" y="1618183"/>
                  <a:pt x="724967" y="2343150"/>
                  <a:pt x="1619250" y="2343150"/>
                </a:cubicBezTo>
                <a:cubicBezTo>
                  <a:pt x="2513553" y="2343150"/>
                  <a:pt x="3238500" y="1618183"/>
                  <a:pt x="3238500" y="723900"/>
                </a:cubicBezTo>
                <a:cubicBezTo>
                  <a:pt x="3238500" y="463705"/>
                  <a:pt x="3177131" y="217842"/>
                  <a:pt x="3068079" y="0"/>
                </a:cubicBezTo>
                <a:lnTo>
                  <a:pt x="2192722" y="0"/>
                </a:lnTo>
                <a:cubicBezTo>
                  <a:pt x="2405958" y="169163"/>
                  <a:pt x="2542699" y="430560"/>
                  <a:pt x="2542699" y="723900"/>
                </a:cubicBezTo>
                <a:cubicBezTo>
                  <a:pt x="2542699" y="1233926"/>
                  <a:pt x="2129314" y="1647387"/>
                  <a:pt x="1619250" y="1647387"/>
                </a:cubicBezTo>
                <a:cubicBezTo>
                  <a:pt x="1109224" y="1647387"/>
                  <a:pt x="695763" y="1233926"/>
                  <a:pt x="695763" y="723900"/>
                </a:cubicBezTo>
                <a:cubicBezTo>
                  <a:pt x="695763" y="430560"/>
                  <a:pt x="832533" y="169163"/>
                  <a:pt x="1045778" y="0"/>
                </a:cubicBezTo>
                <a:lnTo>
                  <a:pt x="170428" y="0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1" name="Freeform: Shape 19"/>
          <p:cNvSpPr/>
          <p:nvPr userDrawn="1"/>
        </p:nvSpPr>
        <p:spPr>
          <a:xfrm>
            <a:off x="10325100" y="1566555"/>
            <a:ext cx="781050" cy="781050"/>
          </a:xfrm>
          <a:custGeom>
            <a:avLst/>
            <a:gdLst>
              <a:gd name="connsiteX0" fmla="*/ 0 w 781050"/>
              <a:gd name="connsiteY0" fmla="*/ 390525 h 781050"/>
              <a:gd name="connsiteX1" fmla="*/ 390525 w 781050"/>
              <a:gd name="connsiteY1" fmla="*/ 0 h 781050"/>
              <a:gd name="connsiteX2" fmla="*/ 781050 w 781050"/>
              <a:gd name="connsiteY2" fmla="*/ 390525 h 781050"/>
              <a:gd name="connsiteX3" fmla="*/ 390525 w 781050"/>
              <a:gd name="connsiteY3" fmla="*/ 781050 h 781050"/>
              <a:gd name="connsiteX4" fmla="*/ 0 w 781050"/>
              <a:gd name="connsiteY4" fmla="*/ 390525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" h="781050">
                <a:moveTo>
                  <a:pt x="0" y="390525"/>
                </a:moveTo>
                <a:cubicBezTo>
                  <a:pt x="0" y="174841"/>
                  <a:pt x="174879" y="0"/>
                  <a:pt x="390525" y="0"/>
                </a:cubicBezTo>
                <a:cubicBezTo>
                  <a:pt x="606171" y="0"/>
                  <a:pt x="781050" y="174841"/>
                  <a:pt x="781050" y="390525"/>
                </a:cubicBezTo>
                <a:cubicBezTo>
                  <a:pt x="781050" y="606209"/>
                  <a:pt x="606171" y="781050"/>
                  <a:pt x="390525" y="781050"/>
                </a:cubicBezTo>
                <a:cubicBezTo>
                  <a:pt x="174879" y="781050"/>
                  <a:pt x="0" y="606209"/>
                  <a:pt x="0" y="390525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86872" y="2819152"/>
            <a:ext cx="7563826" cy="818832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kumimoji="0" sz="4800" b="1" i="0" u="none" strike="noStrike" cap="none" normalizeH="0" baseline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고맙습니다</a:t>
            </a:r>
            <a:r>
              <a:rPr lang="en-US" altLang="ko-KR"/>
              <a:t>.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16523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레이아웃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05642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056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47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8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94210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056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47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8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9" name="직사각형 48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61806" y="3830878"/>
            <a:ext cx="3142115" cy="366710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54" name="직사각형 53"/>
          <p:cNvSpPr>
            <a:spLocks noGrp="1"/>
          </p:cNvSpPr>
          <p:nvPr userDrawn="1">
            <p:ph type="pic" sz="quarter" idx="14"/>
          </p:nvPr>
        </p:nvSpPr>
        <p:spPr>
          <a:xfrm>
            <a:off x="1476439" y="1706590"/>
            <a:ext cx="1912850" cy="1912850"/>
          </a:xfrm>
          <a:prstGeom prst="ellipse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2" name="직사각형 6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524942" y="3830878"/>
            <a:ext cx="3142115" cy="366710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65" name="직사각형 64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8188077" y="3830878"/>
            <a:ext cx="3142116" cy="366710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76" name="직사각형 75"/>
          <p:cNvSpPr>
            <a:spLocks noGrp="1"/>
          </p:cNvSpPr>
          <p:nvPr userDrawn="1">
            <p:ph type="pic" sz="quarter" idx="17"/>
          </p:nvPr>
        </p:nvSpPr>
        <p:spPr>
          <a:xfrm>
            <a:off x="5137842" y="1706613"/>
            <a:ext cx="1912919" cy="1912919"/>
          </a:xfrm>
          <a:prstGeom prst="ellipse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7" name="직사각형 76"/>
          <p:cNvSpPr>
            <a:spLocks noGrp="1"/>
          </p:cNvSpPr>
          <p:nvPr userDrawn="1">
            <p:ph type="pic" sz="quarter" idx="18"/>
          </p:nvPr>
        </p:nvSpPr>
        <p:spPr>
          <a:xfrm>
            <a:off x="8803100" y="1706613"/>
            <a:ext cx="1912919" cy="1912919"/>
          </a:xfrm>
          <a:prstGeom prst="ellipse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5pPr>
            <a:lvl6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6pPr>
            <a:lvl7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7pPr>
            <a:lvl8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8pPr>
            <a:lvl9pPr mar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 sz="1500"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8" name="직사각형 77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860507" y="4324140"/>
            <a:ext cx="3142112" cy="1646845"/>
          </a:xfrm>
        </p:spPr>
        <p:txBody>
          <a:bodyPr vert="horz" wrap="square" lIns="91440" tIns="45720" rIns="91440" bIns="45720" anchor="t">
            <a:noAutofit/>
          </a:bodyPr>
          <a:lstStyle>
            <a:lvl1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sz="1400" b="0" i="0" u="none" strike="noStrike" cap="none" normalizeH="0" baseline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</a:p>
        </p:txBody>
      </p:sp>
      <p:sp>
        <p:nvSpPr>
          <p:cNvPr id="79" name="직사각형 78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525765" y="4324140"/>
            <a:ext cx="3142112" cy="1646845"/>
          </a:xfrm>
        </p:spPr>
        <p:txBody>
          <a:bodyPr vert="horz" wrap="square" lIns="91440" tIns="45720" rIns="91440" bIns="45720" anchor="t">
            <a:noAutofit/>
          </a:bodyPr>
          <a:lstStyle>
            <a:lvl1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sz="1400" b="0" i="0" u="none" strike="noStrike" cap="none" normalizeH="0" baseline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</a:p>
        </p:txBody>
      </p:sp>
      <p:sp>
        <p:nvSpPr>
          <p:cNvPr id="80" name="직사각형 79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187423" y="4324140"/>
            <a:ext cx="3142112" cy="1646845"/>
          </a:xfrm>
        </p:spPr>
        <p:txBody>
          <a:bodyPr vert="horz" wrap="square" lIns="91440" tIns="45720" rIns="91440" bIns="45720" anchor="t">
            <a:noAutofit/>
          </a:bodyPr>
          <a:lstStyle>
            <a:lvl1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Font typeface="한컴산뜻돋움"/>
              <a:buChar char="-"/>
              <a:defRPr kumimoji="0" sz="1400" b="0" i="0" u="none" strike="noStrike" cap="none" normalizeH="0" baseline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180022" indent="-180022" algn="ctr" defTabSz="914400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02642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_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716489" y="252031"/>
            <a:ext cx="6399440" cy="450056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pPr lvl="0">
              <a:defRPr/>
            </a:pPr>
            <a:r>
              <a:rPr lang="ko-KR" altLang="en-US"/>
              <a:t>제목을 입력해주세요</a:t>
            </a:r>
            <a:r>
              <a:rPr lang="en-US" altLang="ko-KR"/>
              <a:t>.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774096" y="702087"/>
            <a:ext cx="2559920" cy="300637"/>
          </a:xfrm>
        </p:spPr>
        <p:txBody>
          <a:bodyPr vert="horz" wrap="square" lIns="91440" tIns="45720" rIns="91440" bIns="45720" anchor="t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400" b="0" i="0" u="none" strike="noStrike" cap="none" normalizeH="0">
                <a:solidFill>
                  <a:srgbClr val="6F7C7C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소제목을 입력해주세요</a:t>
            </a:r>
            <a:r>
              <a:rPr lang="en-US" altLang="ko-KR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47" name="Freeform: Shape 3"/>
          <p:cNvSpPr/>
          <p:nvPr userDrawn="1"/>
        </p:nvSpPr>
        <p:spPr>
          <a:xfrm>
            <a:off x="5141" y="0"/>
            <a:ext cx="552450" cy="881633"/>
          </a:xfrm>
          <a:custGeom>
            <a:avLst/>
            <a:gdLst>
              <a:gd name="connsiteX0" fmla="*/ 0 w 552450"/>
              <a:gd name="connsiteY0" fmla="*/ 881633 h 881633"/>
              <a:gd name="connsiteX1" fmla="*/ 552450 w 552450"/>
              <a:gd name="connsiteY1" fmla="*/ 209551 h 881633"/>
              <a:gd name="connsiteX2" fmla="*/ 519618 w 552450"/>
              <a:gd name="connsiteY2" fmla="*/ 0 h 881633"/>
              <a:gd name="connsiteX3" fmla="*/ 196222 w 552450"/>
              <a:gd name="connsiteY3" fmla="*/ 0 h 881633"/>
              <a:gd name="connsiteX4" fmla="*/ 257775 w 552450"/>
              <a:gd name="connsiteY4" fmla="*/ 209551 h 881633"/>
              <a:gd name="connsiteX5" fmla="*/ 0 w 552450"/>
              <a:gd name="connsiteY5" fmla="*/ 576216 h 881633"/>
              <a:gd name="connsiteX6" fmla="*/ 0 w 552450"/>
              <a:gd name="connsiteY6" fmla="*/ 881633 h 88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881633">
                <a:moveTo>
                  <a:pt x="0" y="881633"/>
                </a:moveTo>
                <a:cubicBezTo>
                  <a:pt x="315206" y="818091"/>
                  <a:pt x="552450" y="541335"/>
                  <a:pt x="552450" y="209551"/>
                </a:cubicBezTo>
                <a:cubicBezTo>
                  <a:pt x="552450" y="136467"/>
                  <a:pt x="540939" y="66053"/>
                  <a:pt x="519618" y="0"/>
                </a:cubicBezTo>
                <a:lnTo>
                  <a:pt x="196222" y="0"/>
                </a:lnTo>
                <a:cubicBezTo>
                  <a:pt x="235199" y="60573"/>
                  <a:pt x="257775" y="132458"/>
                  <a:pt x="257775" y="209551"/>
                </a:cubicBezTo>
                <a:cubicBezTo>
                  <a:pt x="257775" y="377570"/>
                  <a:pt x="150541" y="520845"/>
                  <a:pt x="0" y="576216"/>
                </a:cubicBezTo>
                <a:lnTo>
                  <a:pt x="0" y="881633"/>
                </a:lnTo>
                <a:close/>
              </a:path>
            </a:pathLst>
          </a:custGeom>
          <a:solidFill>
            <a:srgbClr val="5C6989"/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8" name="Freeform: Shape 4"/>
          <p:cNvSpPr/>
          <p:nvPr userDrawn="1"/>
        </p:nvSpPr>
        <p:spPr>
          <a:xfrm>
            <a:off x="205166" y="561975"/>
            <a:ext cx="323850" cy="333375"/>
          </a:xfrm>
          <a:custGeom>
            <a:avLst/>
            <a:gdLst>
              <a:gd name="connsiteX0" fmla="*/ 0 w 323850"/>
              <a:gd name="connsiteY0" fmla="*/ 166688 h 333375"/>
              <a:gd name="connsiteX1" fmla="*/ 161925 w 323850"/>
              <a:gd name="connsiteY1" fmla="*/ 0 h 333375"/>
              <a:gd name="connsiteX2" fmla="*/ 323850 w 323850"/>
              <a:gd name="connsiteY2" fmla="*/ 166688 h 333375"/>
              <a:gd name="connsiteX3" fmla="*/ 161925 w 323850"/>
              <a:gd name="connsiteY3" fmla="*/ 333375 h 333375"/>
              <a:gd name="connsiteX4" fmla="*/ 0 w 323850"/>
              <a:gd name="connsiteY4" fmla="*/ 166688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33375">
                <a:moveTo>
                  <a:pt x="0" y="166688"/>
                </a:moveTo>
                <a:cubicBezTo>
                  <a:pt x="0" y="74628"/>
                  <a:pt x="72497" y="0"/>
                  <a:pt x="161925" y="0"/>
                </a:cubicBezTo>
                <a:cubicBezTo>
                  <a:pt x="251353" y="0"/>
                  <a:pt x="323850" y="74628"/>
                  <a:pt x="323850" y="166688"/>
                </a:cubicBezTo>
                <a:cubicBezTo>
                  <a:pt x="323850" y="258747"/>
                  <a:pt x="251353" y="333375"/>
                  <a:pt x="161925" y="333375"/>
                </a:cubicBezTo>
                <a:cubicBezTo>
                  <a:pt x="72497" y="333375"/>
                  <a:pt x="0" y="258747"/>
                  <a:pt x="0" y="166688"/>
                </a:cubicBezTo>
                <a:close/>
              </a:path>
            </a:pathLst>
          </a:custGeom>
          <a:solidFill>
            <a:srgbClr val="4CE1AB">
              <a:alpha val="90000"/>
            </a:srgbClr>
          </a:solidFill>
          <a:ln w="9525" cap="flat">
            <a:noFill/>
            <a:prstDash val="solid"/>
            <a:miter/>
          </a:ln>
        </p:spPr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9" name="직사각형 48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67707" y="1699412"/>
            <a:ext cx="4783198" cy="366525"/>
          </a:xfrm>
        </p:spPr>
        <p:txBody>
          <a:bodyPr vert="horz" wrap="square" lIns="91440" tIns="45720" rIns="91440" bIns="4572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800" b="1" i="0" u="none" strike="noStrike" cap="none" normalizeH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marL="0" lvl="0" indent="0">
              <a:buNone/>
              <a:defRPr/>
            </a:pPr>
            <a:r>
              <a:rPr lang="ko-KR" altLang="en-US"/>
              <a:t>타이틀을 입력해주세요</a:t>
            </a:r>
            <a:r>
              <a:rPr lang="en-US" altLang="ko-KR"/>
              <a:t>.</a:t>
            </a:r>
          </a:p>
        </p:txBody>
      </p:sp>
      <p:sp>
        <p:nvSpPr>
          <p:cNvPr id="61" name="직사각형 60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867707" y="2185473"/>
            <a:ext cx="10462481" cy="3784793"/>
          </a:xfrm>
        </p:spPr>
        <p:txBody>
          <a:bodyPr vert="horz" wrap="square" lIns="91440" tIns="45720" rIns="91440" bIns="45720" anchor="t">
            <a:noAutofit/>
          </a:bodyPr>
          <a:lstStyle>
            <a:lvl1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  <a:defRPr kumimoji="0" sz="1400" b="0" i="0" u="none" strike="noStrike" cap="none" normalizeH="0" baseline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1pPr>
            <a:lvl2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2pPr>
            <a:lvl3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3pPr>
            <a:lvl4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4pPr>
            <a:lvl5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5pPr>
            <a:lvl6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6pPr>
            <a:lvl7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7pPr>
            <a:lvl8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8pPr>
            <a:lvl9pPr mar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kumimoji="0" b="0" i="0" u="none" strike="noStrike" cap="none" normalizeH="0">
                <a:solidFill>
                  <a:srgbClr val="808080"/>
                </a:solidFill>
                <a:latin typeface="함초롬돋움"/>
                <a:ea typeface="함초롬돋움"/>
                <a:cs typeface="함초롬돋움"/>
              </a:defRPr>
            </a:lvl9pPr>
          </a:lstStyle>
          <a:p>
            <a:pPr lvl="0">
              <a:defRPr/>
            </a:pPr>
            <a:r>
              <a:rPr lang="ko-KR" altLang="en-US"/>
              <a:t>본문 내용을 입력해주세요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6943640"/>
      </p:ext>
    </p:extLst>
  </p:cSld>
  <p:clrMapOvr>
    <a:masterClrMapping/>
  </p:clrMapOvr>
  <p:transition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2023. 2. 28.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39" r:id="rId3"/>
    <p:sldLayoutId id="2147483740" r:id="rId4"/>
    <p:sldLayoutId id="2147483741" r:id="rId5"/>
    <p:sldLayoutId id="2147483742" r:id="rId6"/>
    <p:sldLayoutId id="2147483762" r:id="rId7"/>
    <p:sldLayoutId id="2147483763" r:id="rId8"/>
    <p:sldLayoutId id="2147483764" r:id="rId9"/>
    <p:sldLayoutId id="2147483765" r:id="rId10"/>
    <p:sldLayoutId id="2147483767" r:id="rId11"/>
    <p:sldLayoutId id="2147483766" r:id="rId12"/>
  </p:sldLayoutIdLst>
  <p:transition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 hasCustomPrompt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solidFill>
                  <a:srgbClr val="032a3b"/>
                </a:solidFill>
              </a:rPr>
              <a:t>언어 학습 챗봇</a:t>
            </a:r>
            <a:endParaRPr lang="ko-KR" altLang="en-US">
              <a:solidFill>
                <a:srgbClr val="032a3b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/>
        <p:txBody>
          <a:bodyPr>
            <a:normAutofit lnSpcReduction="10000"/>
          </a:bodyPr>
          <a:lstStyle/>
          <a:p>
            <a:pPr lvl="0">
              <a:defRPr/>
            </a:pPr>
            <a:r>
              <a:rPr lang="en-US" altLang="ko-KR"/>
              <a:t>20231834</a:t>
            </a:r>
            <a:r>
              <a:rPr lang="ko-KR" altLang="en-US"/>
              <a:t> 김민선 </a:t>
            </a:r>
            <a:r>
              <a:rPr lang="en-US" altLang="ko-KR"/>
              <a:t>-</a:t>
            </a:r>
            <a:r>
              <a:rPr lang="ko-KR" altLang="en-US"/>
              <a:t> 인공지능실험 프로젝트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37331" y="197669"/>
            <a:ext cx="2621935" cy="5325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16"/>
          <p:cNvSpPr>
            <a:spLocks noGrp="1"/>
          </p:cNvSpPr>
          <p:nvPr>
            <p:ph type="body" sz="quarter" idx="13" hasCustomPrompt="1"/>
          </p:nvPr>
        </p:nvSpPr>
        <p:spPr>
          <a:xfrm>
            <a:off x="774096" y="1699412"/>
            <a:ext cx="4783198" cy="394183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기존 언어 학습 챗봇</a:t>
            </a:r>
            <a:endParaRPr lang="ko-KR" altLang="en-US" sz="2000"/>
          </a:p>
        </p:txBody>
      </p:sp>
      <p:sp>
        <p:nvSpPr>
          <p:cNvPr id="5" name="직사각형 17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1600">
                <a:solidFill>
                  <a:schemeClr val="tx1"/>
                </a:solidFill>
              </a:rPr>
              <a:t>-</a:t>
            </a:r>
            <a:r>
              <a:rPr lang="ko-KR" altLang="en-US" sz="1600">
                <a:solidFill>
                  <a:schemeClr val="tx1"/>
                </a:solidFill>
              </a:rPr>
              <a:t> </a:t>
            </a:r>
            <a:r>
              <a:rPr lang="en-US" altLang="ko-KR" sz="1600">
                <a:solidFill>
                  <a:schemeClr val="tx1"/>
                </a:solidFill>
              </a:rPr>
              <a:t>speak</a:t>
            </a:r>
            <a:endParaRPr lang="en-US" altLang="ko-KR" sz="16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600">
                <a:solidFill>
                  <a:schemeClr val="tx1"/>
                </a:solidFill>
              </a:rPr>
              <a:t>- praktika</a:t>
            </a: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6" name="직사각형 18"/>
          <p:cNvSpPr>
            <a:spLocks noGrp="1"/>
          </p:cNvSpPr>
          <p:nvPr>
            <p:ph type="body" sz="quarter" idx="15" hasCustomPrompt="1"/>
          </p:nvPr>
        </p:nvSpPr>
        <p:spPr>
          <a:xfrm>
            <a:off x="774096" y="3429000"/>
            <a:ext cx="4783198" cy="388620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개선점</a:t>
            </a:r>
            <a:endParaRPr lang="ko-KR" altLang="en-US" sz="2000"/>
          </a:p>
        </p:txBody>
      </p:sp>
      <p:sp>
        <p:nvSpPr>
          <p:cNvPr id="7" name="직사각형 19"/>
          <p:cNvSpPr>
            <a:spLocks noGrp="1"/>
          </p:cNvSpPr>
          <p:nvPr>
            <p:ph type="body" sz="quarter" idx="16" hasCustomPrompt="1"/>
          </p:nvPr>
        </p:nvSpPr>
        <p:spPr>
          <a:xfrm>
            <a:off x="774096" y="3915060"/>
            <a:ext cx="4783198" cy="1242515"/>
          </a:xfrm>
        </p:spPr>
        <p:txBody>
          <a:bodyPr/>
          <a:lstStyle/>
          <a:p>
            <a:pPr lvl="0">
              <a:defRPr/>
            </a:pPr>
            <a:r>
              <a:rPr lang="en-US" altLang="ko-KR" sz="1600">
                <a:solidFill>
                  <a:schemeClr val="tx1"/>
                </a:solidFill>
              </a:rPr>
              <a:t>-</a:t>
            </a:r>
            <a:r>
              <a:rPr lang="ko-KR" altLang="en-US" sz="1600">
                <a:solidFill>
                  <a:schemeClr val="tx1"/>
                </a:solidFill>
              </a:rPr>
              <a:t> 언어 선택이 제한적</a:t>
            </a:r>
            <a:endParaRPr lang="ko-KR" altLang="en-US" sz="16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600">
                <a:solidFill>
                  <a:schemeClr val="tx1"/>
                </a:solidFill>
              </a:rPr>
              <a:t>-</a:t>
            </a:r>
            <a:r>
              <a:rPr lang="ko-KR" altLang="en-US" sz="1600">
                <a:solidFill>
                  <a:schemeClr val="tx1"/>
                </a:solidFill>
              </a:rPr>
              <a:t> 최신 대화 주제를 반영할 수 없음</a:t>
            </a:r>
            <a:endParaRPr lang="ko-KR" altLang="en-US" sz="16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600">
                <a:solidFill>
                  <a:schemeClr val="tx1"/>
                </a:solidFill>
              </a:rPr>
              <a:t>-</a:t>
            </a:r>
            <a:r>
              <a:rPr lang="ko-KR" altLang="en-US" sz="1600">
                <a:solidFill>
                  <a:schemeClr val="tx1"/>
                </a:solidFill>
              </a:rPr>
              <a:t> 사용자의 입력에 유연하게 반응하지 않음</a:t>
            </a:r>
            <a:endParaRPr lang="ko-KR" altLang="en-US" sz="1600">
              <a:solidFill>
                <a:schemeClr val="tx1"/>
              </a:solidFill>
            </a:endParaRPr>
          </a:p>
          <a:p>
            <a:pPr lvl="0">
              <a:defRPr/>
            </a:pPr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>
            <a:spLocks noGrp="1"/>
          </p:cNvSpPr>
          <p:nvPr>
            <p:ph type="ctrTitle" idx="0" hasCustomPrompt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아이디어</a:t>
            </a:r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919258" y="1671826"/>
            <a:ext cx="5263217" cy="263341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19259" y="4305236"/>
            <a:ext cx="5272741" cy="25252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17"/>
          <p:cNvSpPr>
            <a:spLocks noGrp="1"/>
          </p:cNvSpPr>
          <p:nvPr>
            <p:ph type="body" sz="quarter" idx="14" hasCustomPrompt="1"/>
          </p:nvPr>
        </p:nvSpPr>
        <p:spPr>
          <a:xfrm>
            <a:off x="505429" y="2807742"/>
            <a:ext cx="3492714" cy="1242515"/>
          </a:xfrm>
        </p:spPr>
        <p:txBody>
          <a:bodyPr/>
          <a:lstStyle/>
          <a:p>
            <a:pPr lvl="0">
              <a:defRPr/>
            </a:pPr>
            <a:r>
              <a:rPr lang="en-US" altLang="ko-KR" sz="1500">
                <a:solidFill>
                  <a:schemeClr val="tx1"/>
                </a:solidFill>
              </a:rPr>
              <a:t>-</a:t>
            </a:r>
            <a:r>
              <a:rPr lang="ko-KR" altLang="en-US" sz="1500">
                <a:solidFill>
                  <a:schemeClr val="tx1"/>
                </a:solidFill>
              </a:rPr>
              <a:t> 관심있는 주제로 대화함으로써 학습</a:t>
            </a:r>
            <a:endParaRPr lang="ko-KR" altLang="en-US" sz="15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500">
                <a:solidFill>
                  <a:schemeClr val="tx1"/>
                </a:solidFill>
              </a:rPr>
              <a:t>효과 극대화</a:t>
            </a:r>
            <a:endParaRPr lang="ko-KR" altLang="en-US" sz="15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500">
                <a:solidFill>
                  <a:schemeClr val="tx1"/>
                </a:solidFill>
              </a:rPr>
              <a:t>-</a:t>
            </a:r>
            <a:r>
              <a:rPr lang="ko-KR" altLang="en-US" sz="1500">
                <a:solidFill>
                  <a:schemeClr val="tx1"/>
                </a:solidFill>
              </a:rPr>
              <a:t> 대화 중 사용자가 프롬프트를 수정하여 맞춤 설정 가능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>
            <a:spLocks noGrp="1"/>
          </p:cNvSpPr>
          <p:nvPr>
            <p:ph type="ctrTitle" idx="0" hasCustomPrompt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기능</a:t>
            </a:r>
            <a:endParaRPr lang="ko-KR" altLang="en-US"/>
          </a:p>
        </p:txBody>
      </p:sp>
      <p:sp>
        <p:nvSpPr>
          <p:cNvPr id="18" name="직사각형 16"/>
          <p:cNvSpPr>
            <a:spLocks noGrp="1"/>
          </p:cNvSpPr>
          <p:nvPr/>
        </p:nvSpPr>
        <p:spPr>
          <a:xfrm>
            <a:off x="8275791" y="1682266"/>
            <a:ext cx="3328844" cy="66850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rPr>
              <a:t>학습 언어 및 언어 사용 수준선택 가능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32a3b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9" name="직사각형 16"/>
          <p:cNvSpPr>
            <a:spLocks noGrp="1"/>
          </p:cNvSpPr>
          <p:nvPr/>
        </p:nvSpPr>
        <p:spPr>
          <a:xfrm>
            <a:off x="4431578" y="1699412"/>
            <a:ext cx="3328844" cy="37513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rPr>
              <a:t>최신 트렌드 반영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32a3b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21" name="직사각형 16"/>
          <p:cNvSpPr>
            <a:spLocks noGrp="1"/>
          </p:cNvSpPr>
          <p:nvPr/>
        </p:nvSpPr>
        <p:spPr>
          <a:xfrm>
            <a:off x="587365" y="1699412"/>
            <a:ext cx="3328844" cy="37513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rPr>
              <a:t>자유로운 주제 선정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32a3b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29" name="직사각형 17"/>
          <p:cNvSpPr>
            <a:spLocks noGrp="1"/>
          </p:cNvSpPr>
          <p:nvPr>
            <p:ph type="body" sz="quarter" idx="16" hasCustomPrompt="1"/>
          </p:nvPr>
        </p:nvSpPr>
        <p:spPr>
          <a:xfrm>
            <a:off x="4349642" y="2790597"/>
            <a:ext cx="3492715" cy="1642112"/>
          </a:xfrm>
        </p:spPr>
        <p:txBody>
          <a:bodyPr/>
          <a:lstStyle/>
          <a:p>
            <a:pPr lvl="0">
              <a:defRPr/>
            </a:pPr>
            <a:r>
              <a:rPr lang="en-US" altLang="ko-KR" sz="1500">
                <a:solidFill>
                  <a:schemeClr val="tx1"/>
                </a:solidFill>
              </a:rPr>
              <a:t>-</a:t>
            </a:r>
            <a:r>
              <a:rPr lang="ko-KR" altLang="en-US" sz="1500">
                <a:solidFill>
                  <a:schemeClr val="tx1"/>
                </a:solidFill>
              </a:rPr>
              <a:t> 드라마</a:t>
            </a:r>
            <a:r>
              <a:rPr lang="en-US" altLang="ko-KR" sz="1500">
                <a:solidFill>
                  <a:schemeClr val="tx1"/>
                </a:solidFill>
              </a:rPr>
              <a:t>,</a:t>
            </a:r>
            <a:r>
              <a:rPr lang="ko-KR" altLang="en-US" sz="1500">
                <a:solidFill>
                  <a:schemeClr val="tx1"/>
                </a:solidFill>
              </a:rPr>
              <a:t> 영화 등 최신 주제에 대해서도 대화 가능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31" name="직사각형 17"/>
          <p:cNvSpPr>
            <a:spLocks noGrp="1"/>
          </p:cNvSpPr>
          <p:nvPr/>
        </p:nvSpPr>
        <p:spPr>
          <a:xfrm>
            <a:off x="8193855" y="2790597"/>
            <a:ext cx="3492715" cy="1642112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lv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rPr>
              <a:t> 다양한 언어를 수준에 맞추어 학습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chemeClr val="tx1"/>
              </a:solidFill>
              <a:latin typeface="함초롬돋움"/>
              <a:ea typeface="함초롬돋움"/>
              <a:cs typeface="함초롬돋움"/>
            </a:endParaRPr>
          </a:p>
          <a:p>
            <a:pPr marL="0" lvl="0" indent="0" algn="l" defTabSz="914400" rtl="0" eaLnBrk="1" latin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chemeClr val="tx1"/>
                </a:solidFill>
                <a:latin typeface="함초롬돋움"/>
                <a:ea typeface="함초롬돋움"/>
                <a:cs typeface="함초롬돋움"/>
              </a:rPr>
              <a:t>가능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chemeClr val="tx1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1701924031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>
            <a:spLocks noGrp="1"/>
          </p:cNvSpPr>
          <p:nvPr>
            <p:ph type="ctrTitle" idx="0" hasCustomPrompt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기능</a:t>
            </a:r>
            <a:endParaRPr lang="ko-KR" altLang="en-US"/>
          </a:p>
        </p:txBody>
      </p:sp>
      <p:sp>
        <p:nvSpPr>
          <p:cNvPr id="13" name="직사각형 16"/>
          <p:cNvSpPr>
            <a:spLocks noGrp="1"/>
          </p:cNvSpPr>
          <p:nvPr>
            <p:ph type="body" sz="quarter" idx="13" hasCustomPrompt="1"/>
          </p:nvPr>
        </p:nvSpPr>
        <p:spPr>
          <a:xfrm>
            <a:off x="774096" y="1699412"/>
            <a:ext cx="4783198" cy="375133"/>
          </a:xfrm>
        </p:spPr>
        <p:txBody>
          <a:bodyPr/>
          <a:p>
            <a:pPr lvl="0">
              <a:defRPr/>
            </a:pPr>
            <a:r>
              <a:rPr lang="en-US" altLang="ko-KR" sz="1900"/>
              <a:t>beginner</a:t>
            </a:r>
            <a:endParaRPr lang="en-US" altLang="ko-KR" sz="1900"/>
          </a:p>
        </p:txBody>
      </p:sp>
      <p:sp>
        <p:nvSpPr>
          <p:cNvPr id="14" name="직사각형 17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p>
            <a:pPr lvl="0">
              <a:defRPr/>
            </a:pPr>
            <a:r>
              <a:rPr lang="en-US" altLang="ko-KR" sz="1500">
                <a:solidFill>
                  <a:schemeClr val="tx1"/>
                </a:solidFill>
              </a:rPr>
              <a:t>-</a:t>
            </a:r>
            <a:r>
              <a:rPr lang="ko-KR" altLang="en-US" sz="1500">
                <a:solidFill>
                  <a:schemeClr val="tx1"/>
                </a:solidFill>
              </a:rPr>
              <a:t> 기본 언어</a:t>
            </a:r>
            <a:r>
              <a:rPr lang="en-US" altLang="ko-KR" sz="1500">
                <a:solidFill>
                  <a:schemeClr val="tx1"/>
                </a:solidFill>
              </a:rPr>
              <a:t>(</a:t>
            </a:r>
            <a:r>
              <a:rPr lang="ko-KR" altLang="en-US" sz="1500">
                <a:solidFill>
                  <a:schemeClr val="tx1"/>
                </a:solidFill>
              </a:rPr>
              <a:t>영어</a:t>
            </a:r>
            <a:r>
              <a:rPr lang="en-US" altLang="ko-KR" sz="1500">
                <a:solidFill>
                  <a:schemeClr val="tx1"/>
                </a:solidFill>
              </a:rPr>
              <a:t>)</a:t>
            </a:r>
            <a:r>
              <a:rPr lang="ko-KR" altLang="en-US" sz="1500">
                <a:solidFill>
                  <a:schemeClr val="tx1"/>
                </a:solidFill>
              </a:rPr>
              <a:t>로 대화를 하며</a:t>
            </a:r>
            <a:r>
              <a:rPr lang="en-US" altLang="ko-KR" sz="1500">
                <a:solidFill>
                  <a:schemeClr val="tx1"/>
                </a:solidFill>
              </a:rPr>
              <a:t>,</a:t>
            </a:r>
            <a:r>
              <a:rPr lang="ko-KR" altLang="en-US" sz="1500">
                <a:solidFill>
                  <a:schemeClr val="tx1"/>
                </a:solidFill>
              </a:rPr>
              <a:t> 학습하고자 하는 언어에 대한 설명을 요청할 수 있음</a:t>
            </a:r>
            <a:endParaRPr lang="ko-KR" altLang="en-US" sz="1500">
              <a:solidFill>
                <a:schemeClr val="tx1"/>
              </a:solidFill>
            </a:endParaRPr>
          </a:p>
          <a:p>
            <a:pPr lvl="0">
              <a:defRPr/>
            </a:pPr>
            <a:endParaRPr lang="ko-KR" altLang="en-US" sz="15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500">
                <a:solidFill>
                  <a:schemeClr val="tx1"/>
                </a:solidFill>
              </a:rPr>
              <a:t>-</a:t>
            </a:r>
            <a:r>
              <a:rPr lang="ko-KR" altLang="en-US" sz="1500">
                <a:solidFill>
                  <a:schemeClr val="tx1"/>
                </a:solidFill>
              </a:rPr>
              <a:t> 사용자의 입력을 학습 언어로 번역해 제공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5" name="직사각형 18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53" y="1699412"/>
            <a:ext cx="4783198" cy="375133"/>
          </a:xfrm>
        </p:spPr>
        <p:txBody>
          <a:bodyPr/>
          <a:p>
            <a:pPr lvl="0">
              <a:defRPr/>
            </a:pPr>
            <a:r>
              <a:rPr lang="en-US" altLang="ko-KR" sz="1900"/>
              <a:t>intermediate~advanced</a:t>
            </a:r>
            <a:endParaRPr lang="en-US" altLang="ko-KR" sz="1900"/>
          </a:p>
        </p:txBody>
      </p:sp>
      <p:sp>
        <p:nvSpPr>
          <p:cNvPr id="16" name="직사각형 19"/>
          <p:cNvSpPr>
            <a:spLocks noGrp="1"/>
          </p:cNvSpPr>
          <p:nvPr>
            <p:ph type="body" sz="quarter" idx="16" hasCustomPrompt="1"/>
          </p:nvPr>
        </p:nvSpPr>
        <p:spPr>
          <a:xfrm>
            <a:off x="6796353" y="2185472"/>
            <a:ext cx="4783198" cy="1242515"/>
          </a:xfrm>
        </p:spPr>
        <p:txBody>
          <a:bodyPr/>
          <a:p>
            <a:pPr lvl="0">
              <a:defRPr/>
            </a:pPr>
            <a:r>
              <a:rPr lang="en-US" altLang="ko-KR" sz="1500">
                <a:solidFill>
                  <a:schemeClr val="tx1"/>
                </a:solidFill>
              </a:rPr>
              <a:t>- </a:t>
            </a:r>
            <a:r>
              <a:rPr lang="ko-KR" altLang="en-US" sz="1500">
                <a:solidFill>
                  <a:schemeClr val="tx1"/>
                </a:solidFill>
              </a:rPr>
              <a:t>학습하고자 하는 언어로 대화</a:t>
            </a:r>
            <a:endParaRPr lang="ko-KR" altLang="en-US" sz="15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ko-KR" altLang="en-US" sz="1500">
                <a:solidFill>
                  <a:schemeClr val="tx1"/>
                </a:solidFill>
              </a:rPr>
              <a:t>   </a:t>
            </a:r>
            <a:r>
              <a:rPr lang="en-US" altLang="ko-KR" sz="1500">
                <a:solidFill>
                  <a:schemeClr val="tx1"/>
                </a:solidFill>
              </a:rPr>
              <a:t>(-&gt;</a:t>
            </a:r>
            <a:r>
              <a:rPr lang="ko-KR" altLang="en-US" sz="1500">
                <a:solidFill>
                  <a:schemeClr val="tx1"/>
                </a:solidFill>
              </a:rPr>
              <a:t>자유 대화가 가능한 수준에서 선택</a:t>
            </a:r>
            <a:r>
              <a:rPr lang="en-US" altLang="ko-KR" sz="1500">
                <a:solidFill>
                  <a:schemeClr val="tx1"/>
                </a:solidFill>
              </a:rPr>
              <a:t>)</a:t>
            </a:r>
            <a:endParaRPr lang="en-US" altLang="ko-KR" sz="1500">
              <a:solidFill>
                <a:schemeClr val="tx1"/>
              </a:solidFill>
            </a:endParaRPr>
          </a:p>
          <a:p>
            <a:pPr lvl="0">
              <a:defRPr/>
            </a:pPr>
            <a:endParaRPr lang="en-US" altLang="ko-KR" sz="15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altLang="ko-KR" sz="1500">
                <a:solidFill>
                  <a:schemeClr val="tx1"/>
                </a:solidFill>
              </a:rPr>
              <a:t>-</a:t>
            </a:r>
            <a:r>
              <a:rPr lang="ko-KR" altLang="en-US" sz="1500">
                <a:solidFill>
                  <a:schemeClr val="tx1"/>
                </a:solidFill>
              </a:rPr>
              <a:t> 사용자의 입력을 더 자연스럽게 수정해 제공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>
            <a:spLocks noGrp="1"/>
          </p:cNvSpPr>
          <p:nvPr/>
        </p:nvSpPr>
        <p:spPr>
          <a:xfrm>
            <a:off x="716489" y="4115279"/>
            <a:ext cx="6217069" cy="369398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900" b="1" i="0" u="none" strike="noStrike" kern="1200" cap="none" spc="0" normalizeH="0" baseline="0" mc:Ignorable="hp" hp:hslEmbossed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rPr>
              <a:t>-&gt;</a:t>
            </a:r>
            <a:r>
              <a: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  <a:solidFill>
                  <a:srgbClr val="032a3b"/>
                </a:solidFill>
                <a:latin typeface="함초롬돋움"/>
                <a:ea typeface="함초롬돋움"/>
                <a:cs typeface="함초롬돋움"/>
              </a:rPr>
              <a:t>특정 주제로 언어를 학습하고 싶은 사람들</a:t>
            </a:r>
            <a:endParaRPr xmlns:mc="http://schemas.openxmlformats.org/markup-compatibility/2006" xmlns:hp="http://schemas.haansoft.com/office/presentation/8.0" kumimoji="0" lang="ko-KR" altLang="en-US" sz="1900" b="1" i="0" u="none" strike="noStrike" kern="1200" cap="none" spc="0" normalizeH="0" baseline="0" mc:Ignorable="hp" hp:hslEmbossed="0">
              <a:solidFill>
                <a:srgbClr val="032a3b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>
            <a:spLocks noGrp="1"/>
          </p:cNvSpPr>
          <p:nvPr>
            <p:ph type="ctrTitle" idx="0" hasCustomPrompt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기능</a:t>
            </a:r>
            <a:endParaRPr lang="ko-KR" altLang="en-US"/>
          </a:p>
        </p:txBody>
      </p:sp>
      <p:sp>
        <p:nvSpPr>
          <p:cNvPr id="20" name="직사각형 16"/>
          <p:cNvSpPr>
            <a:spLocks noGrp="1"/>
          </p:cNvSpPr>
          <p:nvPr>
            <p:ph type="body" sz="quarter" idx="13" hasCustomPrompt="1"/>
          </p:nvPr>
        </p:nvSpPr>
        <p:spPr>
          <a:xfrm>
            <a:off x="3704401" y="3158490"/>
            <a:ext cx="4783198" cy="1278255"/>
          </a:xfrm>
        </p:spPr>
        <p:txBody>
          <a:bodyPr/>
          <a:p>
            <a:pPr lvl="0" algn="ctr">
              <a:defRPr/>
            </a:pPr>
            <a:r>
              <a:rPr lang="en-US" altLang="ko-KR" sz="3000"/>
              <a:t>minseon82.streamlit.app</a:t>
            </a:r>
            <a:endParaRPr lang="en-US" altLang="ko-KR" sz="3000"/>
          </a:p>
          <a:p>
            <a:pPr lvl="0" algn="ctr">
              <a:defRPr/>
            </a:pPr>
            <a:endParaRPr lang="en-US" altLang="ko-KR" sz="3000"/>
          </a:p>
          <a:p>
            <a:pPr lvl="0" algn="ctr">
              <a:defRPr/>
            </a:pPr>
            <a:r>
              <a:rPr lang="en-US" altLang="ko-KR">
                <a:solidFill>
                  <a:srgbClr val="a6a6a6"/>
                </a:solidFill>
              </a:rPr>
              <a:t>*openAI, azure bing search api </a:t>
            </a:r>
            <a:r>
              <a:rPr lang="ko-KR" altLang="en-US">
                <a:solidFill>
                  <a:srgbClr val="a6a6a6"/>
                </a:solidFill>
              </a:rPr>
              <a:t>필요</a:t>
            </a:r>
            <a:endParaRPr lang="ko-KR" altLang="en-US">
              <a:solidFill>
                <a:srgbClr val="a6a6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26487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단순 원형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126</ep:Words>
  <ep:PresentationFormat>와이드스크린</ep:PresentationFormat>
  <ep:Paragraphs>37</ep:Paragraphs>
  <ep:Slides>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단순 원형</vt:lpstr>
      <vt:lpstr>언어 학습 챗봇</vt:lpstr>
      <vt:lpstr>아이디어</vt:lpstr>
      <vt:lpstr>기능</vt:lpstr>
      <vt:lpstr>기능</vt:lpstr>
      <vt:lpstr>기능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2022-06-30T04:25:42.000</dcterms:created>
  <dc:creator>(주)한글과컴퓨터</dc:creator>
  <cp:lastModifiedBy>min39</cp:lastModifiedBy>
  <dcterms:modified xsi:type="dcterms:W3CDTF">2024-12-13T07:19:07.635</dcterms:modified>
  <cp:revision>168</cp:revision>
  <dc:title>단순 원형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